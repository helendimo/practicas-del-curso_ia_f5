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535173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21014186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834821766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693008765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959969870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999360139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795840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98638733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507730294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9CA746-9576-4B8E-9F04-94D1D8331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A6609-427E-43A3-EACE-291BB1C95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2E38BC-76F5-6C36-096A-E66F526383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D09077-8F9A-9631-36F0-D175CEA31A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858278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28234244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s-ES"/>
          </a:p>
        </p:txBody>
      </p:sp>
      <p:sp>
        <p:nvSpPr>
          <p:cNvPr id="1012178531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774283452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5100551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y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7048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54565396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521140210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673354150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78607228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Encabezado de sec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330709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920918445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028170419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52938188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324414606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os objeto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10836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24165944" name="Marcador de conteni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2077500051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69866993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36669012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056641191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178119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506415404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939474349" name="Marcador de conteni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694353730" name="Marcador de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1849157472" name="Marcador de conteni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481066794" name="Marcador de fech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32278353" name="Marcador de pie de pá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92094034" name="Marcador de número de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el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12485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35582932" name="Marcador de fech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254000824" name="Marcador de pie de pá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07291098" name="Marcador de número de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797007" name="Marcador de fech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513963" name="Marcador de pie de pá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16802679" name="Marcador de número de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ido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866288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218427527" name="Marcador de conteni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965960855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761708640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05374145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96231359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n con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994227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068342723" name="Marcador de posición de imagen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s-ES"/>
          </a:p>
        </p:txBody>
      </p:sp>
      <p:sp>
        <p:nvSpPr>
          <p:cNvPr id="1756279204" name="Marcador de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</p:txBody>
      </p:sp>
      <p:sp>
        <p:nvSpPr>
          <p:cNvPr id="650388231" name="Marcador de fech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898663806" name="Marcador de pie de pá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123728638" name="Marcador de número de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y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78714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240317534" name="Marcador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33850577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1138240561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685776334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y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211538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578649093" name="Marcador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672359818" name="Marcador de fech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2058887384" name="Marcador de pie de pá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48808217" name="Marcador de número de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8067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1794105548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778040719" name="Marcador de fech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s-ES"/>
              <a:t>30.10.2013</a:t>
            </a:fld>
            <a:endParaRPr lang="es-ES"/>
          </a:p>
        </p:txBody>
      </p:sp>
      <p:sp>
        <p:nvSpPr>
          <p:cNvPr id="832736695" name="Marcador de pie de pá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48963507" name="Marcador de número de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014244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810308" y="2583492"/>
            <a:ext cx="10464451" cy="107387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 marL="0" marR="0" indent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-ES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GESTIÓN Y LIMPIEZA DE </a:t>
            </a:r>
            <a:r>
              <a:rPr lang="es-ES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DATOS</a:t>
            </a:r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9013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MANTRA: GIGO	</a:t>
            </a:r>
            <a:endParaRPr/>
          </a:p>
        </p:txBody>
      </p:sp>
      <p:sp>
        <p:nvSpPr>
          <p:cNvPr id="1771204897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600"/>
              <a:t>GIGO - “Garbage In, Garbage Out” (Basura dentro, Basura fuera)</a:t>
            </a:r>
            <a:endParaRPr sz="2600"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es-E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La calidad de los resultados depende estrictamente de la calidad de los datos proporcionados</a:t>
            </a:r>
            <a:r>
              <a:rPr lang="es-ES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es decir, si los datos de entrada están sesgados, son incorrectos o de mala calidad, las predicciones resultantes heredarán inevitablemente esos defectos</a:t>
            </a:r>
            <a:r>
              <a:rPr sz="260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205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LOS 3 VILLANOS DE LOS DATASETS</a:t>
            </a:r>
            <a:endParaRPr/>
          </a:p>
        </p:txBody>
      </p:sp>
      <p:sp>
        <p:nvSpPr>
          <p:cNvPr id="1931823246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Datos Faltantes (NaNs)</a:t>
            </a:r>
            <a:endParaRPr/>
          </a:p>
          <a:p>
            <a:pPr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Outliers (Valores Atípicos)</a:t>
            </a:r>
            <a:endParaRPr/>
          </a:p>
          <a:p>
            <a:pPr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Ruido y Duplicados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7844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DATOS FALTANTES</a:t>
            </a:r>
            <a:r>
              <a:rPr lang="es-E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(NaNs)</a:t>
            </a:r>
            <a:endParaRPr/>
          </a:p>
        </p:txBody>
      </p:sp>
      <p:sp>
        <p:nvSpPr>
          <p:cNvPr id="1564007443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909110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s-ES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EL PROCESO DE LIMPIEZA (PIPELINE)</a:t>
            </a:r>
            <a:endParaRPr/>
          </a:p>
        </p:txBody>
      </p:sp>
      <p:sp>
        <p:nvSpPr>
          <p:cNvPr id="1398773806" name="Marcador de conteni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Auditoría: Explorar los datos (¿qué falta? ¿qué sobra?).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Tratamiento: Aplicar filtros y reglas de limpieza.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es-E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Prevención: </a:t>
            </a:r>
            <a:endParaRPr lang="es-ES"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2026-03-08T11:58:08Z</dcterms:modified>
</cp:coreProperties>
</file>